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Undo and Redo Feature Simulation Using Stack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Rewinding Actions with the Power of Stack – A Real-Time Text Editor Simulation in 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simulates Undo and Redo using two stacks in C.</a:t>
            </a:r>
          </a:p>
          <a:p>
            <a:r>
              <a:t>It mimics text editor behavior and demonstrates LIFO concept.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Simulate Undo and Redo features</a:t>
            </a:r>
          </a:p>
          <a:p>
            <a:r>
              <a:t>- Use Stack to manage history</a:t>
            </a:r>
          </a:p>
          <a:p>
            <a:r>
              <a:t>- Understand real-life application of stack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Language: C</a:t>
            </a:r>
          </a:p>
          <a:p>
            <a:r>
              <a:t>- Compiler: GCC/Turbo C</a:t>
            </a:r>
          </a:p>
          <a:p>
            <a:r>
              <a:t>- Platform: Code::Blocks / Linux / OnlineGDB</a:t>
            </a:r>
          </a:p>
          <a:p>
            <a:r>
              <a:t>- Data Structure: Stack (array)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Undo Stack: stores typed words</a:t>
            </a:r>
          </a:p>
          <a:p>
            <a:r>
              <a:t>- Redo Stack: stores undone words</a:t>
            </a:r>
          </a:p>
          <a:p>
            <a:r>
              <a:t>- Operations:</a:t>
            </a:r>
          </a:p>
          <a:p>
            <a:r>
              <a:t>  Type → Undo → Redo → Display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Real-Time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MS Word</a:t>
            </a:r>
          </a:p>
          <a:p>
            <a:r>
              <a:t>- WhatsApp</a:t>
            </a:r>
          </a:p>
          <a:p>
            <a:r>
              <a:t>- Photoshop</a:t>
            </a:r>
          </a:p>
          <a:p>
            <a:r>
              <a:t>- Web Browsers</a:t>
            </a:r>
          </a:p>
          <a:p>
            <a:r>
              <a:t>- VS Code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Menu-driven</a:t>
            </a:r>
          </a:p>
          <a:p>
            <a:r>
              <a:t>- Undo/redo functionality</a:t>
            </a:r>
          </a:p>
          <a:p>
            <a:r>
              <a:t>- Error-handling</a:t>
            </a:r>
          </a:p>
          <a:p>
            <a:r>
              <a:t>- Stack display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typeWord(word)</a:t>
            </a:r>
          </a:p>
          <a:p>
            <a:r>
              <a:t>- undo()</a:t>
            </a:r>
          </a:p>
          <a:p>
            <a:r>
              <a:t>- redo()</a:t>
            </a:r>
          </a:p>
          <a:p>
            <a:r>
              <a:t>- display()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Input &amp; Menu – User interaction</a:t>
            </a:r>
          </a:p>
          <a:p>
            <a:r>
              <a:t>2. Undo Operations – Undo logic</a:t>
            </a:r>
          </a:p>
          <a:p>
            <a:r>
              <a:t>3. Redo Operations – Redo logic</a:t>
            </a:r>
          </a:p>
          <a:p>
            <a:r>
              <a:t>4. Display &amp; Testing – Output and flow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Only word-based</a:t>
            </a:r>
          </a:p>
          <a:p>
            <a:r>
              <a:t>- Static stack size</a:t>
            </a:r>
          </a:p>
          <a:p>
            <a:r>
              <a:t>- No file saving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Use linked list</a:t>
            </a:r>
          </a:p>
          <a:p>
            <a:r>
              <a:t>- Multi-line editing</a:t>
            </a:r>
          </a:p>
          <a:p>
            <a:r>
              <a:t>- GUI version</a:t>
            </a:r>
          </a:p>
          <a:p>
            <a:r>
              <a:t>- File storage</a:t>
            </a:r>
          </a:p>
          <a:p>
            <a:r>
              <a:t>- Keyboard shortcuts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gives hands-on experience with stacks and shows real-life applications like text editors.</a:t>
            </a:r>
          </a:p>
          <a:p>
            <a:r>
              <a:t>Improves logic and C programming skills.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